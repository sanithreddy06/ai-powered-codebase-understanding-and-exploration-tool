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803" r:id="rId2"/>
    <p:sldId id="833" r:id="rId3"/>
    <p:sldId id="824" r:id="rId4"/>
    <p:sldId id="828" r:id="rId5"/>
    <p:sldId id="805" r:id="rId6"/>
    <p:sldId id="837" r:id="rId7"/>
    <p:sldId id="829" r:id="rId8"/>
    <p:sldId id="832" r:id="rId9"/>
    <p:sldId id="830" r:id="rId10"/>
    <p:sldId id="836" r:id="rId11"/>
    <p:sldId id="831" r:id="rId12"/>
    <p:sldId id="840" r:id="rId13"/>
    <p:sldId id="838" r:id="rId14"/>
    <p:sldId id="839" r:id="rId15"/>
    <p:sldId id="83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16F36E-9097-4007-80BA-1FBE04F5EBE4}" v="7" dt="2026-03-21T09:13:17.9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23" autoAdjust="0"/>
    <p:restoredTop sz="94660"/>
  </p:normalViewPr>
  <p:slideViewPr>
    <p:cSldViewPr snapToGrid="0">
      <p:cViewPr>
        <p:scale>
          <a:sx n="75" d="100"/>
          <a:sy n="75" d="100"/>
        </p:scale>
        <p:origin x="288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50" d="100"/>
          <a:sy n="150" d="100"/>
        </p:scale>
        <p:origin x="432" y="-14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araj Sri" userId="19a0e5d8ca647d76" providerId="LiveId" clId="{72EC9BEC-BBF1-4FEA-8F94-696BF3EC7A99}"/>
    <pc:docChg chg="undo redo custSel addSld delSld modSld sldOrd">
      <pc:chgData name="Ramaraj Sri" userId="19a0e5d8ca647d76" providerId="LiveId" clId="{72EC9BEC-BBF1-4FEA-8F94-696BF3EC7A99}" dt="2026-03-21T09:14:58.808" v="10181" actId="403"/>
      <pc:docMkLst>
        <pc:docMk/>
      </pc:docMkLst>
      <pc:sldChg chg="del">
        <pc:chgData name="Ramaraj Sri" userId="19a0e5d8ca647d76" providerId="LiveId" clId="{72EC9BEC-BBF1-4FEA-8F94-696BF3EC7A99}" dt="2026-03-21T08:56:25.518" v="8245" actId="47"/>
        <pc:sldMkLst>
          <pc:docMk/>
          <pc:sldMk cId="1882254423" sldId="796"/>
        </pc:sldMkLst>
      </pc:sldChg>
      <pc:sldChg chg="delSp modSp mod">
        <pc:chgData name="Ramaraj Sri" userId="19a0e5d8ca647d76" providerId="LiveId" clId="{72EC9BEC-BBF1-4FEA-8F94-696BF3EC7A99}" dt="2026-03-21T09:13:07.713" v="10113" actId="478"/>
        <pc:sldMkLst>
          <pc:docMk/>
          <pc:sldMk cId="1157260694" sldId="803"/>
        </pc:sldMkLst>
        <pc:spChg chg="mod">
          <ac:chgData name="Ramaraj Sri" userId="19a0e5d8ca647d76" providerId="LiveId" clId="{72EC9BEC-BBF1-4FEA-8F94-696BF3EC7A99}" dt="2026-03-21T08:48:22.293" v="6880" actId="1076"/>
          <ac:spMkLst>
            <pc:docMk/>
            <pc:sldMk cId="1157260694" sldId="803"/>
            <ac:spMk id="106" creationId="{0794CBDF-89DA-68F4-4998-89F67853C47F}"/>
          </ac:spMkLst>
        </pc:spChg>
        <pc:spChg chg="mod">
          <ac:chgData name="Ramaraj Sri" userId="19a0e5d8ca647d76" providerId="LiveId" clId="{72EC9BEC-BBF1-4FEA-8F94-696BF3EC7A99}" dt="2026-03-21T09:02:58.408" v="9096" actId="5793"/>
          <ac:spMkLst>
            <pc:docMk/>
            <pc:sldMk cId="1157260694" sldId="803"/>
            <ac:spMk id="107" creationId="{5715D715-9E59-BD2C-C8BA-7435D7135AF7}"/>
          </ac:spMkLst>
        </pc:spChg>
        <pc:spChg chg="del mod">
          <ac:chgData name="Ramaraj Sri" userId="19a0e5d8ca647d76" providerId="LiveId" clId="{72EC9BEC-BBF1-4FEA-8F94-696BF3EC7A99}" dt="2026-03-21T09:13:07.713" v="10113" actId="478"/>
          <ac:spMkLst>
            <pc:docMk/>
            <pc:sldMk cId="1157260694" sldId="803"/>
            <ac:spMk id="109" creationId="{0DBA4970-7FD4-D541-E47A-5A5C5CAE9F1C}"/>
          </ac:spMkLst>
        </pc:spChg>
      </pc:sldChg>
      <pc:sldChg chg="del">
        <pc:chgData name="Ramaraj Sri" userId="19a0e5d8ca647d76" providerId="LiveId" clId="{72EC9BEC-BBF1-4FEA-8F94-696BF3EC7A99}" dt="2026-03-21T08:56:24.588" v="8244" actId="47"/>
        <pc:sldMkLst>
          <pc:docMk/>
          <pc:sldMk cId="186934487" sldId="804"/>
        </pc:sldMkLst>
      </pc:sldChg>
      <pc:sldChg chg="modSp mod">
        <pc:chgData name="Ramaraj Sri" userId="19a0e5d8ca647d76" providerId="LiveId" clId="{72EC9BEC-BBF1-4FEA-8F94-696BF3EC7A99}" dt="2026-03-21T09:11:09.779" v="9917" actId="207"/>
        <pc:sldMkLst>
          <pc:docMk/>
          <pc:sldMk cId="1118610013" sldId="805"/>
        </pc:sldMkLst>
        <pc:spChg chg="mod">
          <ac:chgData name="Ramaraj Sri" userId="19a0e5d8ca647d76" providerId="LiveId" clId="{72EC9BEC-BBF1-4FEA-8F94-696BF3EC7A99}" dt="2026-03-21T08:53:47.108" v="7734" actId="20577"/>
          <ac:spMkLst>
            <pc:docMk/>
            <pc:sldMk cId="1118610013" sldId="805"/>
            <ac:spMk id="2" creationId="{B6D13FFD-F5AA-B7BE-FD50-CA6734509EDB}"/>
          </ac:spMkLst>
        </pc:spChg>
        <pc:spChg chg="mod">
          <ac:chgData name="Ramaraj Sri" userId="19a0e5d8ca647d76" providerId="LiveId" clId="{72EC9BEC-BBF1-4FEA-8F94-696BF3EC7A99}" dt="2026-03-21T09:11:09.779" v="9917" actId="207"/>
          <ac:spMkLst>
            <pc:docMk/>
            <pc:sldMk cId="1118610013" sldId="805"/>
            <ac:spMk id="3" creationId="{483C3445-0940-99F0-AB5E-58C8CA362A11}"/>
          </ac:spMkLst>
        </pc:spChg>
      </pc:sldChg>
      <pc:sldChg chg="modSp mod">
        <pc:chgData name="Ramaraj Sri" userId="19a0e5d8ca647d76" providerId="LiveId" clId="{72EC9BEC-BBF1-4FEA-8F94-696BF3EC7A99}" dt="2026-03-21T09:07:30.749" v="9538" actId="207"/>
        <pc:sldMkLst>
          <pc:docMk/>
          <pc:sldMk cId="1621328973" sldId="824"/>
        </pc:sldMkLst>
        <pc:spChg chg="mod">
          <ac:chgData name="Ramaraj Sri" userId="19a0e5d8ca647d76" providerId="LiveId" clId="{72EC9BEC-BBF1-4FEA-8F94-696BF3EC7A99}" dt="2026-03-21T08:48:51.497" v="6908" actId="20577"/>
          <ac:spMkLst>
            <pc:docMk/>
            <pc:sldMk cId="1621328973" sldId="824"/>
            <ac:spMk id="2" creationId="{A7418B1A-D73F-F2F6-5303-A4369C417FF4}"/>
          </ac:spMkLst>
        </pc:spChg>
        <pc:spChg chg="mod">
          <ac:chgData name="Ramaraj Sri" userId="19a0e5d8ca647d76" providerId="LiveId" clId="{72EC9BEC-BBF1-4FEA-8F94-696BF3EC7A99}" dt="2026-03-21T09:07:30.749" v="9538" actId="207"/>
          <ac:spMkLst>
            <pc:docMk/>
            <pc:sldMk cId="1621328973" sldId="824"/>
            <ac:spMk id="3" creationId="{9D0C28EA-830E-81C1-7404-A72E3E5F5859}"/>
          </ac:spMkLst>
        </pc:spChg>
      </pc:sldChg>
      <pc:sldChg chg="del">
        <pc:chgData name="Ramaraj Sri" userId="19a0e5d8ca647d76" providerId="LiveId" clId="{72EC9BEC-BBF1-4FEA-8F94-696BF3EC7A99}" dt="2026-03-21T08:56:26.004" v="8246" actId="47"/>
        <pc:sldMkLst>
          <pc:docMk/>
          <pc:sldMk cId="88429010" sldId="825"/>
        </pc:sldMkLst>
      </pc:sldChg>
      <pc:sldChg chg="del">
        <pc:chgData name="Ramaraj Sri" userId="19a0e5d8ca647d76" providerId="LiveId" clId="{72EC9BEC-BBF1-4FEA-8F94-696BF3EC7A99}" dt="2026-03-21T08:56:27.770" v="8248" actId="47"/>
        <pc:sldMkLst>
          <pc:docMk/>
          <pc:sldMk cId="764810290" sldId="826"/>
        </pc:sldMkLst>
      </pc:sldChg>
      <pc:sldChg chg="del">
        <pc:chgData name="Ramaraj Sri" userId="19a0e5d8ca647d76" providerId="LiveId" clId="{72EC9BEC-BBF1-4FEA-8F94-696BF3EC7A99}" dt="2026-03-21T08:56:26.633" v="8247" actId="47"/>
        <pc:sldMkLst>
          <pc:docMk/>
          <pc:sldMk cId="2659049974" sldId="827"/>
        </pc:sldMkLst>
      </pc:sldChg>
      <pc:sldChg chg="modSp add mod">
        <pc:chgData name="Ramaraj Sri" userId="19a0e5d8ca647d76" providerId="LiveId" clId="{72EC9BEC-BBF1-4FEA-8F94-696BF3EC7A99}" dt="2026-03-21T09:09:56.763" v="9706" actId="20577"/>
        <pc:sldMkLst>
          <pc:docMk/>
          <pc:sldMk cId="552599215" sldId="828"/>
        </pc:sldMkLst>
        <pc:spChg chg="mod">
          <ac:chgData name="Ramaraj Sri" userId="19a0e5d8ca647d76" providerId="LiveId" clId="{72EC9BEC-BBF1-4FEA-8F94-696BF3EC7A99}" dt="2026-03-21T08:52:13.259" v="7444" actId="20577"/>
          <ac:spMkLst>
            <pc:docMk/>
            <pc:sldMk cId="552599215" sldId="828"/>
            <ac:spMk id="2" creationId="{3847E602-D398-31B9-4AEB-C32E61CFBBBC}"/>
          </ac:spMkLst>
        </pc:spChg>
        <pc:spChg chg="mod">
          <ac:chgData name="Ramaraj Sri" userId="19a0e5d8ca647d76" providerId="LiveId" clId="{72EC9BEC-BBF1-4FEA-8F94-696BF3EC7A99}" dt="2026-03-21T09:09:56.763" v="9706" actId="20577"/>
          <ac:spMkLst>
            <pc:docMk/>
            <pc:sldMk cId="552599215" sldId="828"/>
            <ac:spMk id="3" creationId="{0A7F0759-F1BE-FAAD-BBB2-2AC231645EB3}"/>
          </ac:spMkLst>
        </pc:spChg>
      </pc:sldChg>
      <pc:sldChg chg="modSp add mod">
        <pc:chgData name="Ramaraj Sri" userId="19a0e5d8ca647d76" providerId="LiveId" clId="{72EC9BEC-BBF1-4FEA-8F94-696BF3EC7A99}" dt="2026-03-21T09:12:05.376" v="10039" actId="20577"/>
        <pc:sldMkLst>
          <pc:docMk/>
          <pc:sldMk cId="880199844" sldId="829"/>
        </pc:sldMkLst>
        <pc:spChg chg="mod">
          <ac:chgData name="Ramaraj Sri" userId="19a0e5d8ca647d76" providerId="LiveId" clId="{72EC9BEC-BBF1-4FEA-8F94-696BF3EC7A99}" dt="2026-03-21T08:54:15.206" v="7814" actId="20577"/>
          <ac:spMkLst>
            <pc:docMk/>
            <pc:sldMk cId="880199844" sldId="829"/>
            <ac:spMk id="2" creationId="{2FE9B525-9939-960F-B359-A89DCC475A6D}"/>
          </ac:spMkLst>
        </pc:spChg>
        <pc:spChg chg="mod">
          <ac:chgData name="Ramaraj Sri" userId="19a0e5d8ca647d76" providerId="LiveId" clId="{72EC9BEC-BBF1-4FEA-8F94-696BF3EC7A99}" dt="2026-03-21T09:12:05.376" v="10039" actId="20577"/>
          <ac:spMkLst>
            <pc:docMk/>
            <pc:sldMk cId="880199844" sldId="829"/>
            <ac:spMk id="3" creationId="{A7186C9A-5673-235A-9BD4-3F585055F21B}"/>
          </ac:spMkLst>
        </pc:spChg>
      </pc:sldChg>
      <pc:sldChg chg="modSp add mod">
        <pc:chgData name="Ramaraj Sri" userId="19a0e5d8ca647d76" providerId="LiveId" clId="{72EC9BEC-BBF1-4FEA-8F94-696BF3EC7A99}" dt="2026-03-21T08:59:36.035" v="8753" actId="20577"/>
        <pc:sldMkLst>
          <pc:docMk/>
          <pc:sldMk cId="1298748633" sldId="830"/>
        </pc:sldMkLst>
        <pc:spChg chg="mod">
          <ac:chgData name="Ramaraj Sri" userId="19a0e5d8ca647d76" providerId="LiveId" clId="{72EC9BEC-BBF1-4FEA-8F94-696BF3EC7A99}" dt="2026-03-21T08:59:36.035" v="8753" actId="20577"/>
          <ac:spMkLst>
            <pc:docMk/>
            <pc:sldMk cId="1298748633" sldId="830"/>
            <ac:spMk id="2" creationId="{80343AFC-E9B9-CA66-D2C9-C42DE2F1DFA4}"/>
          </ac:spMkLst>
        </pc:spChg>
        <pc:spChg chg="mod">
          <ac:chgData name="Ramaraj Sri" userId="19a0e5d8ca647d76" providerId="LiveId" clId="{72EC9BEC-BBF1-4FEA-8F94-696BF3EC7A99}" dt="2026-03-21T08:58:40.041" v="8690" actId="20577"/>
          <ac:spMkLst>
            <pc:docMk/>
            <pc:sldMk cId="1298748633" sldId="830"/>
            <ac:spMk id="3" creationId="{CCFAADE7-0B30-77FD-7C8B-41A1B856FBAA}"/>
          </ac:spMkLst>
        </pc:spChg>
      </pc:sldChg>
      <pc:sldChg chg="modSp add mod">
        <pc:chgData name="Ramaraj Sri" userId="19a0e5d8ca647d76" providerId="LiveId" clId="{72EC9BEC-BBF1-4FEA-8F94-696BF3EC7A99}" dt="2026-03-21T08:59:11.332" v="8749" actId="20577"/>
        <pc:sldMkLst>
          <pc:docMk/>
          <pc:sldMk cId="2656312767" sldId="831"/>
        </pc:sldMkLst>
        <pc:spChg chg="mod">
          <ac:chgData name="Ramaraj Sri" userId="19a0e5d8ca647d76" providerId="LiveId" clId="{72EC9BEC-BBF1-4FEA-8F94-696BF3EC7A99}" dt="2026-03-21T08:59:05.736" v="8739" actId="20577"/>
          <ac:spMkLst>
            <pc:docMk/>
            <pc:sldMk cId="2656312767" sldId="831"/>
            <ac:spMk id="2" creationId="{AC26EBF3-B90A-D780-71A8-0F6F74206D5D}"/>
          </ac:spMkLst>
        </pc:spChg>
        <pc:spChg chg="mod">
          <ac:chgData name="Ramaraj Sri" userId="19a0e5d8ca647d76" providerId="LiveId" clId="{72EC9BEC-BBF1-4FEA-8F94-696BF3EC7A99}" dt="2026-03-21T08:59:11.332" v="8749" actId="20577"/>
          <ac:spMkLst>
            <pc:docMk/>
            <pc:sldMk cId="2656312767" sldId="831"/>
            <ac:spMk id="3" creationId="{56B1E6CD-28A4-0547-FCFA-8E8B38A76F9D}"/>
          </ac:spMkLst>
        </pc:spChg>
      </pc:sldChg>
      <pc:sldChg chg="modSp add mod">
        <pc:chgData name="Ramaraj Sri" userId="19a0e5d8ca647d76" providerId="LiveId" clId="{72EC9BEC-BBF1-4FEA-8F94-696BF3EC7A99}" dt="2026-03-21T09:12:34.380" v="10091" actId="20577"/>
        <pc:sldMkLst>
          <pc:docMk/>
          <pc:sldMk cId="1076672197" sldId="832"/>
        </pc:sldMkLst>
        <pc:spChg chg="mod">
          <ac:chgData name="Ramaraj Sri" userId="19a0e5d8ca647d76" providerId="LiveId" clId="{72EC9BEC-BBF1-4FEA-8F94-696BF3EC7A99}" dt="2026-03-21T08:59:56.297" v="8795" actId="20577"/>
          <ac:spMkLst>
            <pc:docMk/>
            <pc:sldMk cId="1076672197" sldId="832"/>
            <ac:spMk id="2" creationId="{989EFA05-49D5-8965-5B47-01BD88A22691}"/>
          </ac:spMkLst>
        </pc:spChg>
        <pc:spChg chg="mod">
          <ac:chgData name="Ramaraj Sri" userId="19a0e5d8ca647d76" providerId="LiveId" clId="{72EC9BEC-BBF1-4FEA-8F94-696BF3EC7A99}" dt="2026-03-21T09:12:34.380" v="10091" actId="20577"/>
          <ac:spMkLst>
            <pc:docMk/>
            <pc:sldMk cId="1076672197" sldId="832"/>
            <ac:spMk id="3" creationId="{1ED32972-71CF-5F3C-FC9D-E36A0D2D508F}"/>
          </ac:spMkLst>
        </pc:spChg>
      </pc:sldChg>
      <pc:sldChg chg="addSp delSp modSp add mod">
        <pc:chgData name="Ramaraj Sri" userId="19a0e5d8ca647d76" providerId="LiveId" clId="{72EC9BEC-BBF1-4FEA-8F94-696BF3EC7A99}" dt="2026-03-21T09:14:58.808" v="10181" actId="403"/>
        <pc:sldMkLst>
          <pc:docMk/>
          <pc:sldMk cId="259496017" sldId="833"/>
        </pc:sldMkLst>
        <pc:spChg chg="mod">
          <ac:chgData name="Ramaraj Sri" userId="19a0e5d8ca647d76" providerId="LiveId" clId="{72EC9BEC-BBF1-4FEA-8F94-696BF3EC7A99}" dt="2026-03-21T09:13:31.045" v="10148" actId="20577"/>
          <ac:spMkLst>
            <pc:docMk/>
            <pc:sldMk cId="259496017" sldId="833"/>
            <ac:spMk id="2" creationId="{654CF152-678E-EC39-589A-AFB6DAA8AF09}"/>
          </ac:spMkLst>
        </pc:spChg>
        <pc:spChg chg="del mod">
          <ac:chgData name="Ramaraj Sri" userId="19a0e5d8ca647d76" providerId="LiveId" clId="{72EC9BEC-BBF1-4FEA-8F94-696BF3EC7A99}" dt="2026-03-21T09:13:38.329" v="10150" actId="478"/>
          <ac:spMkLst>
            <pc:docMk/>
            <pc:sldMk cId="259496017" sldId="833"/>
            <ac:spMk id="3" creationId="{3185FEF1-2E68-7783-060E-A9627597902E}"/>
          </ac:spMkLst>
        </pc:spChg>
        <pc:spChg chg="add del mod">
          <ac:chgData name="Ramaraj Sri" userId="19a0e5d8ca647d76" providerId="LiveId" clId="{72EC9BEC-BBF1-4FEA-8F94-696BF3EC7A99}" dt="2026-03-21T09:14:37.614" v="10175" actId="478"/>
          <ac:spMkLst>
            <pc:docMk/>
            <pc:sldMk cId="259496017" sldId="833"/>
            <ac:spMk id="5" creationId="{1C7A3EE7-877A-6ECF-2F61-95AF1F943F9C}"/>
          </ac:spMkLst>
        </pc:spChg>
        <pc:graphicFrameChg chg="add mod modGraphic">
          <ac:chgData name="Ramaraj Sri" userId="19a0e5d8ca647d76" providerId="LiveId" clId="{72EC9BEC-BBF1-4FEA-8F94-696BF3EC7A99}" dt="2026-03-21T09:14:58.808" v="10181" actId="403"/>
          <ac:graphicFrameMkLst>
            <pc:docMk/>
            <pc:sldMk cId="259496017" sldId="833"/>
            <ac:graphicFrameMk id="6" creationId="{85182370-2B47-D13B-FC3B-F8B25566CAE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4CAE8-38D5-461C-80C4-1AF2B758DADD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8D782-C295-45AF-8CC4-5EB981288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58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ABD5BB5-C395-2DF8-D539-36737393B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72FFC9B4-4278-A514-C0A7-72EAAC723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C8FFAD72-5149-46B7-A20E-DF4F96DE0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>
            <a:extLst>
              <a:ext uri="{FF2B5EF4-FFF2-40B4-BE49-F238E27FC236}">
                <a16:creationId xmlns:a16="http://schemas.microsoft.com/office/drawing/2014/main" id="{A97F5C20-8BAD-CE9B-4D38-1CF55F725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1685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FF4B-C04A-07B0-094D-86746B3E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11CDF-21A0-9FEC-2F88-3F16669D6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E9D5F-C289-EA26-CF8B-CB52EFE4B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7C9EC-3730-8AE2-FDAB-25DFF0B1E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21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075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790FE-2DE2-387C-625F-AACE3FD7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0BB5F-7193-254E-6D58-C49599CA3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2A11E-0DFC-17FB-02F1-F2832FBB4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4184-A693-CBEB-6603-80242D92B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392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593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129B3-946C-1E9D-D6F7-696D7D19A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1B5F6-A3BD-E85F-31FD-2DB374B0A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15F64-6B3D-9FE2-8147-A7EA5ED7D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8D0CD-32F5-1316-50BD-6AB81F4FF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090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F895-5022-38DA-2054-0C369F38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18D03-72B5-B7EA-E56D-FEE96073D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B98BE-F9C6-D5BF-E732-2895FF121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7E643-4F9A-B030-FD04-51F4A8BA2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106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B7A1-F227-707B-7BDC-D8504321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2DB9F-8180-6707-CF03-AF3179783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06CB4-CBD8-AEBB-903A-0350DDF74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16E92-3E9E-2C9C-DCEB-A027251CF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087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2D362-4CC2-1D7D-5B37-272761D9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E08CF-FFD7-C7F1-F7C9-8C0198C9E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2D4EC-36D9-9636-CD33-D59AAB049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B67E4-279A-3BB1-BEE4-9C8B181D0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196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285CE-FD0D-AB23-3599-A84911745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12258-0C29-66A7-EA4A-B335149AA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03FB41-9A06-DAC4-8943-D5D2D2598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22DBB-4AFB-8990-0849-E6E2B9E7D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9547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86D0-C302-35A2-A260-3CDD14B6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58981-14D0-7908-694C-4FDB3C4F9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4AD2F-6AE3-A62A-2AF4-C18F91CE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14A88-FC08-9C8A-7686-6A2CB491B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203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50EF7-31AA-E7DC-3F68-FBF872A08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068BE-4B86-9FE8-300C-A0F9D2C16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7818E2-32FC-4CCD-8FC2-4B4637438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3692B-6E0F-9244-4DB9-0FA678C5B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6943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4D166-F15B-0969-0099-F3782C499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665251-2800-77BD-7270-604D8A4F5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481046-CAB9-D106-4866-85AA6B404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53EBF-C7B9-7E30-E91C-5CFBB1668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7122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F7C75-00D1-60B8-1513-774D56E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8F19D-67BE-00A5-F7B7-995802E43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FAC58-E74D-578A-E774-B579340EF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76B9A-5D41-50E5-A7C0-106273D4F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7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hite">
  <p:cSld name="Cover 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C:\Users\Admin\Downloads\ilovepdf_pages-to-jpg (1)\RU_PPT Template-White Blank_page-00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31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"/>
          <p:cNvGrpSpPr/>
          <p:nvPr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20" name="Google Shape;20;p2" descr="NIRF — SAVEETHA SCHOOL OF MANAGEMENT"/>
            <p:cNvPicPr preferRelativeResize="0"/>
            <p:nvPr/>
          </p:nvPicPr>
          <p:blipFill rotWithShape="1">
            <a:blip r:embed="rId3">
              <a:alphaModFix/>
            </a:blip>
            <a:srcRect l="27517" t="4377" r="28920" b="7151"/>
            <a:stretch/>
          </p:blipFill>
          <p:spPr>
            <a:xfrm>
              <a:off x="12122688" y="97913"/>
              <a:ext cx="843474" cy="5922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Bharath University - Top University In India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37939" y="182966"/>
              <a:ext cx="1158298" cy="4308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 descr="CREDISAPP for Ratings - Eloit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3072901" y="114292"/>
              <a:ext cx="1155067" cy="575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 descr="MHRD | Innovation Cell - Hom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616154" y="789734"/>
              <a:ext cx="1857797" cy="658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Institution's Innovation Council | MHRD"/>
            <p:cNvPicPr preferRelativeResize="0"/>
            <p:nvPr/>
          </p:nvPicPr>
          <p:blipFill rotWithShape="1">
            <a:blip r:embed="rId7">
              <a:alphaModFix/>
            </a:blip>
            <a:srcRect l="8879" t="20720" r="8879" b="24345"/>
            <a:stretch/>
          </p:blipFill>
          <p:spPr>
            <a:xfrm>
              <a:off x="12886182" y="774201"/>
              <a:ext cx="1349698" cy="637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1058553" y="3124200"/>
            <a:ext cx="8421823" cy="175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000"/>
              <a:buFont typeface="Roboto Medium"/>
              <a:buNone/>
              <a:defRPr sz="40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1046572" y="5129788"/>
            <a:ext cx="6755716" cy="40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85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Agenda White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" descr="C:\Users\Admin\Downloads\ilovepdf_pages-to-jpg (3)\RU_PPT Template-White Blank (1)_page-000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367146" y="6096000"/>
            <a:ext cx="5962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695400" y="395786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Roboto Medium"/>
              <a:buNone/>
              <a:defRPr sz="28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222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93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177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922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7447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110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30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19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921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2287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402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773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EB35E84-5960-AA15-D5D2-FCDA928F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0794CBDF-89DA-68F4-4998-89F67853C47F}"/>
              </a:ext>
            </a:extLst>
          </p:cNvPr>
          <p:cNvSpPr txBox="1"/>
          <p:nvPr/>
        </p:nvSpPr>
        <p:spPr>
          <a:xfrm>
            <a:off x="1879149" y="4261810"/>
            <a:ext cx="8433702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en-US" sz="32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Codebase Understanding and Exploration Tool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5715D715-9E59-BD2C-C8BA-7435D7135AF7}"/>
              </a:ext>
            </a:extLst>
          </p:cNvPr>
          <p:cNvSpPr txBox="1"/>
          <p:nvPr/>
        </p:nvSpPr>
        <p:spPr>
          <a:xfrm>
            <a:off x="1569910" y="2804655"/>
            <a:ext cx="983876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School of Compu</a:t>
            </a:r>
            <a:r>
              <a:rPr lang="en-US" sz="36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 Science &amp;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AI </a:t>
            </a: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Application Development – IA1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7260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35E7-678C-8AF0-B273-A067CA79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F152-678E-EC39-589A-AFB6DAA8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Team members &amp; roles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182370-2B47-D13B-FC3B-F8B25566C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343296"/>
              </p:ext>
            </p:extLst>
          </p:nvPr>
        </p:nvGraphicFramePr>
        <p:xfrm>
          <a:off x="1177446" y="2329841"/>
          <a:ext cx="9832932" cy="3457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6466">
                  <a:extLst>
                    <a:ext uri="{9D8B030D-6E8A-4147-A177-3AD203B41FA5}">
                      <a16:colId xmlns:a16="http://schemas.microsoft.com/office/drawing/2014/main" val="50089967"/>
                    </a:ext>
                  </a:extLst>
                </a:gridCol>
                <a:gridCol w="4916466">
                  <a:extLst>
                    <a:ext uri="{9D8B030D-6E8A-4147-A177-3AD203B41FA5}">
                      <a16:colId xmlns:a16="http://schemas.microsoft.com/office/drawing/2014/main" val="975677717"/>
                    </a:ext>
                  </a:extLst>
                </a:gridCol>
              </a:tblGrid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729165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Mudiyala Sai Sanith Reddy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77258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Ojas Manjunath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Kandur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612009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Parimal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89344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Karthikeyan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Contact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502386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Pranav Aradhya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703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496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886C-2AC8-ED81-81E1-EB56CE95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8B1A-D73F-F2F6-5303-A4369C417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633606"/>
            <a:ext cx="7937961" cy="838202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Problem Statement: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C28EA-830E-81C1-7404-A72E3E5F5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4770" y="2247090"/>
            <a:ext cx="7130847" cy="3977304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27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Developers struggle to understand large and complex codebases efficiently.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AI-powered system to analyze and explain code automatically.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>
              <a:spcBef>
                <a:spcPts val="27"/>
              </a:spcBef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50AC27-19F1-3A35-830F-5C8C179486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55"/>
          <a:stretch>
            <a:fillRect/>
          </a:stretch>
        </p:blipFill>
        <p:spPr>
          <a:xfrm>
            <a:off x="7845617" y="1871702"/>
            <a:ext cx="3855934" cy="29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32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4202-8164-A88E-0CA6-8593095C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E602-D398-31B9-4AEB-C32E61CFB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User/ Customer Understanding: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F0759-F1BE-FAAD-BBB2-2AC231645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4161" y="1595805"/>
            <a:ext cx="7312150" cy="3843297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Conducted interviews with students and developers 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Majority reported difficulty in understanding large codebases 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methods include manual reading and trial-and-error 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 time spent in code analysis before development 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interest in AI-based automated solutions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BB1FA6-DE33-14C8-6FC3-C2F47C9F6E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796" y="705609"/>
            <a:ext cx="3923244" cy="517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9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22C4-7666-AFE3-A07F-5A5D3E72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3FFD-F5AA-B7BE-FD50-CA6734509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Ideal Customer Profile (ICP)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C3445-0940-99F0-AB5E-58C8CA362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76200" indent="0">
              <a:buClr>
                <a:schemeClr val="tx1"/>
              </a:buClr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Users: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Developers 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Students 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Contributors</a:t>
            </a:r>
          </a:p>
          <a:p>
            <a:pPr>
              <a:buClr>
                <a:schemeClr val="tx1"/>
              </a:buClr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Clr>
                <a:schemeClr val="tx1"/>
              </a:buClr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with complex or unfamiliar codebases 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efficiency and productivity </a:t>
            </a: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to adopting AI tools</a:t>
            </a:r>
          </a:p>
          <a:p>
            <a:pPr>
              <a:buClr>
                <a:schemeClr val="tx1"/>
              </a:buClr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4FB688-A801-D4D0-00C6-99A1054E4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862" y="1662454"/>
            <a:ext cx="4680738" cy="339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10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1252D-7F4F-E1CB-5E4B-1AA5EBA18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EED9E-E761-A816-54EE-EFCA7BB46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Ideal Customer Profile (ICP)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FFFD6-7651-0D52-920C-CD4397AD1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762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Needs: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understanding of code 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effort 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development speed </a:t>
            </a:r>
          </a:p>
          <a:p>
            <a:pPr marL="7620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B0CB7D-39E0-D5EF-A75C-C4D71D12D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862" y="1905365"/>
            <a:ext cx="5817738" cy="34709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92136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6636C-7729-37EE-3B86-F1312175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B525-9939-960F-B359-A89DCC475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Customer Persona (CP):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86C9A-5673-235A-9BD4-3F585055F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511" y="1143315"/>
            <a:ext cx="10695186" cy="4658396"/>
          </a:xfrm>
        </p:spPr>
        <p:txBody>
          <a:bodyPr spcFirstLastPara="1" vert="horz" wrap="square" lIns="121920" tIns="60960" rIns="121920" bIns="60960" rtlCol="0" anchor="t" anchorCtr="0">
            <a:normAutofit fontScale="92500" lnSpcReduction="10000"/>
          </a:bodyPr>
          <a:lstStyle/>
          <a:p>
            <a:pPr marL="76200" indent="0">
              <a:buNone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Manoj Kumar</a:t>
            </a:r>
            <a:b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Age: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</a:t>
            </a:r>
            <a:b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Profession:</a:t>
            </a: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Computer Science Student</a:t>
            </a:r>
          </a:p>
          <a:p>
            <a:pPr marL="76200" indent="0">
              <a:buNone/>
            </a:pPr>
            <a:endParaRPr lang="en-US" sz="2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on academic and personal coding projects </a:t>
            </a:r>
          </a:p>
          <a:p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GitHub to explore repositories </a:t>
            </a:r>
          </a:p>
          <a:p>
            <a:pPr marL="76200" indent="0">
              <a:buNone/>
            </a:pPr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Pain Points:</a:t>
            </a:r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Struggles to understand large codebases </a:t>
            </a:r>
          </a:p>
          <a:p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 tracking dependencies </a:t>
            </a:r>
          </a:p>
          <a:p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debugging</a:t>
            </a:r>
          </a:p>
          <a:p>
            <a:pPr marL="76200" indent="0">
              <a:buNone/>
            </a:pPr>
            <a:endParaRPr lang="en-US" sz="2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Needs: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code explanations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navigation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learning </a:t>
            </a:r>
          </a:p>
          <a:p>
            <a:pPr marL="76200" indent="0">
              <a:buNone/>
            </a:pPr>
            <a:endParaRPr lang="en-US" sz="2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27"/>
              </a:spcBef>
              <a:buNone/>
            </a:pPr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4" name="Picture 8" descr="Person thinking deeply while looking at computer screen with code 56391507  Vector Art at Vecteezy">
            <a:extLst>
              <a:ext uri="{FF2B5EF4-FFF2-40B4-BE49-F238E27FC236}">
                <a16:creationId xmlns:a16="http://schemas.microsoft.com/office/drawing/2014/main" id="{C2E3DC0D-9FA0-F33A-B96E-E070EE812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388" y="1143315"/>
            <a:ext cx="5020101" cy="436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0199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D599-550D-934B-834C-4B89AA626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FA05-49D5-8965-5B47-01BD88A22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 USP: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E1FC19D-B498-B031-5C7A-FCF5D26A2C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7227570" cy="435133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001" altLang="en-001" sz="25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001" altLang="en-001" sz="25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automatic code analysis and explanation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001" altLang="en-001" sz="25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knowledge graph of code relationships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001" altLang="en-001" sz="25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natural language queries for easy interaction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001" altLang="en-001" sz="25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 reduces time required to understand codebases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2931E8-CEC3-6D8D-5033-E4D61DFA5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1" t="-1" r="14052" b="10434"/>
          <a:stretch>
            <a:fillRect/>
          </a:stretch>
        </p:blipFill>
        <p:spPr>
          <a:xfrm>
            <a:off x="8004021" y="1321127"/>
            <a:ext cx="3465392" cy="43600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6672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565F-E02D-F94D-F107-CD2878B8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3AFC-E9B9-CA66-D2C9-C42DE2F1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Cases &amp; High level Requirements: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AADE7-0B30-77FD-7C8B-41A1B856F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227570" cy="4351338"/>
          </a:xfrm>
        </p:spPr>
        <p:txBody>
          <a:bodyPr spcFirstLastPara="1" vert="horz" wrap="square" lIns="121920" tIns="60960" rIns="121920" bIns="60960" rtlCol="0" anchor="t" anchorCtr="0">
            <a:noAutofit/>
          </a:bodyPr>
          <a:lstStyle/>
          <a:p>
            <a:pPr marL="762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a code repository → System analyzes structure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questions about code → AI provides explanations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for functions → View dependencies and usage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relationships → Visual knowledge graph </a:t>
            </a:r>
          </a:p>
          <a:p>
            <a:pPr marL="508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ingestion and parsing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summarization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processing system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extraction</a:t>
            </a:r>
          </a:p>
          <a:p>
            <a:pPr marL="762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9F3C1D-3CCB-6FBB-3660-0FBD04FF93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324" y="2536279"/>
            <a:ext cx="4946251" cy="29338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98748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29EEB-9AB5-AAB0-548C-AD92FD203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B064F-7917-2CFC-E7D7-73D08A400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Cases &amp; High level Requirements: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44D1F-C00C-C06F-CEDA-D307D1020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323" y="2410974"/>
            <a:ext cx="7227570" cy="4351338"/>
          </a:xfrm>
        </p:spPr>
        <p:txBody>
          <a:bodyPr spcFirstLastPara="1" vert="horz" wrap="square" lIns="121920" tIns="60960" rIns="121920" bIns="60960" rtlCol="0" anchor="t" anchorCtr="0">
            <a:noAutofit/>
          </a:bodyPr>
          <a:lstStyle/>
          <a:p>
            <a:pPr marL="7620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Requirements: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response time (&lt; 2 seconds)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data handling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large repositories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Reliable system performance</a:t>
            </a:r>
          </a:p>
        </p:txBody>
      </p:sp>
      <p:pic>
        <p:nvPicPr>
          <p:cNvPr id="3074" name="Picture 2" descr="What Is an ERP AI Chatbot? Use Cases ...">
            <a:extLst>
              <a:ext uri="{FF2B5EF4-FFF2-40B4-BE49-F238E27FC236}">
                <a16:creationId xmlns:a16="http://schemas.microsoft.com/office/drawing/2014/main" id="{C9813F26-B9E8-55D7-9582-757DD9505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319" y="2340029"/>
            <a:ext cx="4629908" cy="294930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860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E1081-ED83-5A03-3AF1-E77B4D78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EBF3-B90A-D780-71A8-0F6F74206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400193" cy="838202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Proof of Concept (PoC) / Prototype Demo: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A39EDC-47AF-CD50-C01F-E8A272FA8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973" y="1174531"/>
            <a:ext cx="8082179" cy="479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312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AD64D-178F-479A-2BC8-E66C9BE80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DD9FB-3AA6-E5E7-436C-8F148E8D8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400193" cy="838202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Proof of Concept (PoC) / Prototype Demo: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8EB69E-7ADE-4C9B-ED8E-18103BD711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860" y="1091009"/>
            <a:ext cx="8315380" cy="493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669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41E0-8406-118F-FF70-E4B7C16E4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48851-537E-0863-3AFF-75CACE8A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400193" cy="838202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Proof of Concept (PoC) / Prototype Demo: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1B164D-5AB3-9F1A-09D2-D1EA3FBF1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104" y="1324304"/>
            <a:ext cx="7686934" cy="456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050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61B7A-53BF-7931-0BB1-34272058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DDDEE-FA9D-3A48-178B-7E52C2B6B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400193" cy="838202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Proof of Concept (PoC) / Prototype Demo: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77BF06-D87A-42D8-9E86-1DDFE182C6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311" y="1233988"/>
            <a:ext cx="8082180" cy="479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609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E36A-B430-623B-DE2D-764EF5D6E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0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B92729-0259-6F0D-7630-F545B3C05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8462" y="1589718"/>
            <a:ext cx="593624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001" altLang="en-001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001" altLang="en-001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GitHub and IDEs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001" altLang="en-001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for multiple programming languages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001" altLang="en-001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collaboration features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001" altLang="en-001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visualization of knowledge graphs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001" altLang="en-001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AI accuracy with training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EC7257-5AC3-8872-0E34-1688FEA26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904" y="2130282"/>
            <a:ext cx="4118696" cy="307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324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2475</TotalTime>
  <Words>717</Words>
  <Application>Microsoft Office PowerPoint</Application>
  <PresentationFormat>Widescreen</PresentationFormat>
  <Paragraphs>145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Roboto Medium</vt:lpstr>
      <vt:lpstr>Times New Roman</vt:lpstr>
      <vt:lpstr>1_Office Theme</vt:lpstr>
      <vt:lpstr>PowerPoint Presentation</vt:lpstr>
      <vt:lpstr>Team members &amp; roles</vt:lpstr>
      <vt:lpstr>Problem Statement:</vt:lpstr>
      <vt:lpstr> User/ Customer Understanding:</vt:lpstr>
      <vt:lpstr>Ideal Customer Profile (ICP)</vt:lpstr>
      <vt:lpstr>Ideal Customer Profile (ICP)</vt:lpstr>
      <vt:lpstr>Customer Persona (CP):</vt:lpstr>
      <vt:lpstr> Product USP:</vt:lpstr>
      <vt:lpstr> Use Cases &amp; High level Requirements:</vt:lpstr>
      <vt:lpstr> Use Cases &amp; High level Requirements:</vt:lpstr>
      <vt:lpstr> Proof of Concept (PoC) / Prototype Demo:</vt:lpstr>
      <vt:lpstr> Proof of Concept (PoC) / Prototype Demo:</vt:lpstr>
      <vt:lpstr> Proof of Concept (PoC) / Prototype Demo:</vt:lpstr>
      <vt:lpstr> Proof of Concept (PoC) / Prototype Demo:</vt:lpstr>
      <vt:lpstr>Future Scope: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Ramaraj Sri</dc:creator>
  <cp:lastModifiedBy>Mudiyala Sai Sanith Reddy</cp:lastModifiedBy>
  <cp:revision>7</cp:revision>
  <dcterms:created xsi:type="dcterms:W3CDTF">2025-09-17T04:00:39Z</dcterms:created>
  <dcterms:modified xsi:type="dcterms:W3CDTF">2026-03-25T16:58:12Z</dcterms:modified>
</cp:coreProperties>
</file>